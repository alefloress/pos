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861a7f0a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861a7f0a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4bea380b6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4bea380b6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4bea380b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4bea380b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4bea380b6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4bea380b6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861a7f0a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861a7f0a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61a7f0a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861a7f0a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861a7f0a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861a7f0a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1632300" y="1725900"/>
            <a:ext cx="5879400" cy="16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/>
              <a:t>Automatización Inteligente de Procesos para “Almacén Mami Sonia”</a:t>
            </a:r>
            <a:endParaRPr/>
          </a:p>
        </p:txBody>
      </p:sp>
      <p:pic>
        <p:nvPicPr>
          <p:cNvPr id="129" name="Google Shape;129;p13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658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 Inicial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612750"/>
            <a:ext cx="7711500" cy="27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pyme se dedica a la venta de productos varios, pero actualmente enfrenta una ausencia total de control en áreas clave de su operación: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Inventario: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existe un sistema formal para registrar entradas y salidas de productos.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Precios: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precio final de venta se define de forma empírica, sin un análisis claro de costos, demanda, estacionalidad o precios de la competencia.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Ventas: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hay un registro centralizado de transacciones.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136" name="Google Shape;136;p14" title="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Impacto actual en la pyme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80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Decisiones basadas en percepción, no en datos.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Pérdida de oportunidades de venta y rentabilidad.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Baja capacidad de reacción ante cambios en el mercado.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5" title="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6973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del proyecto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85850" y="1651975"/>
            <a:ext cx="7505700" cy="27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busca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ransformar la gestión operativa de la pyme mediante la automatización de procesos clave y el uso de inteligencia artificial para la toma de decisiones.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Implementar un sistema integral que centralice la gestión de inventario, ventas y precios, proporcionando información en tiempo real y optimizando la rentabilidad del negocio.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Específicos: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Automatizar el control de inventario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registro de entradas, salidas, alertas por bajo stock o sobrestock, y actualización automática tras cada venta.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un punto de venta digital (POS)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registre cada transacción, actualice el inventario y genere reportes de ventas.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Incorporar un módulo de inteligencia artificial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sugiera precios finales basados en costos, demanda, competencia y tendencias históricas.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Generar reportes y métricas clave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apoyar decisiones estratégicas en compras, ventas y marketing.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6" title="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7" title="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18" title="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9" title="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